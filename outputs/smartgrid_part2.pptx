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Libraries &amp;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560320" cy="320040"/>
          </a:xfrm>
          <a:prstGeom prst="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3178C6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2560320" cy="320040"/>
          </a:xfrm>
          <a:prstGeom prst="rect">
            <a:avLst>
              <a:gd name="adj" fmla="val 28571"/>
            </a:avLst>
          </a:prstGeom>
          <a:solidFill>
            <a:srgbClr val="3178C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JavaScript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646CFF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645920"/>
            <a:ext cx="2560320" cy="320040"/>
          </a:xfrm>
          <a:prstGeom prst="rect">
            <a:avLst>
              <a:gd name="adj" fmla="val 28571"/>
            </a:avLst>
          </a:prstGeom>
          <a:solidFill>
            <a:srgbClr val="646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Build Tool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35440" y="164592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35440" y="1645920"/>
            <a:ext cx="2560320" cy="320040"/>
          </a:xfrm>
          <a:prstGeom prst="rect">
            <a:avLst>
              <a:gd name="adj" fmla="val 28571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72600" y="21031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F0055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200400"/>
            <a:ext cx="2560320" cy="320040"/>
          </a:xfrm>
          <a:prstGeom prst="rect">
            <a:avLst>
              <a:gd name="adj" fmla="val 28571"/>
            </a:avLst>
          </a:prstGeom>
          <a:solidFill>
            <a:srgbClr val="FF005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(Framer)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Library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66160" y="3200400"/>
            <a:ext cx="2560320" cy="320040"/>
          </a:xfrm>
          <a:prstGeom prst="rect">
            <a:avLst>
              <a:gd name="adj" fmla="val 28571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200400"/>
            <a:ext cx="2560320" cy="320040"/>
          </a:xfrm>
          <a:prstGeom prst="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Framework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35440" y="32004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003B57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235440" y="3200400"/>
            <a:ext cx="2560320" cy="320040"/>
          </a:xfrm>
          <a:prstGeom prst="rect">
            <a:avLst>
              <a:gd name="adj" fmla="val 28571"/>
            </a:avLst>
          </a:prstGeom>
          <a:solidFill>
            <a:srgbClr val="003B57"/>
          </a:solidFill>
          <a:ln/>
        </p:spPr>
      </p:sp>
      <p:sp>
        <p:nvSpPr>
          <p:cNvPr id="35" name="Text 33"/>
          <p:cNvSpPr/>
          <p:nvPr/>
        </p:nvSpPr>
        <p:spPr>
          <a:xfrm>
            <a:off x="92354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(sql.js)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72600" y="3657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 Database Engine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4754880"/>
            <a:ext cx="2560320" cy="320040"/>
          </a:xfrm>
          <a:prstGeom prst="rect">
            <a:avLst>
              <a:gd name="adj" fmla="val 28571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616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66160" y="4754880"/>
            <a:ext cx="2560320" cy="320040"/>
          </a:xfrm>
          <a:prstGeom prst="rect">
            <a:avLst>
              <a:gd name="adj" fmla="val 28571"/>
            </a:avLst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356616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4285F4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0" y="4754880"/>
            <a:ext cx="2560320" cy="320040"/>
          </a:xfrm>
          <a:prstGeom prst="rect">
            <a:avLst>
              <a:gd name="adj" fmla="val 28571"/>
            </a:avLst>
          </a:prstGeom>
          <a:solidFill>
            <a:srgbClr val="4285F4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GenAI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3796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SDK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235440" y="4754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35440" y="4754880"/>
            <a:ext cx="2560320" cy="320040"/>
          </a:xfrm>
          <a:prstGeom prst="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9235440" y="4754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SMTP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372600" y="5212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Engine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Construction Logic &amp; Circuit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System Integration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Solar Panel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220W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F4444">
              <a:alpha val="2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Grid Supply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0-800W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28600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657600"/>
            <a:ext cx="1097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011680"/>
            <a:ext cx="2743200" cy="2377440"/>
          </a:xfrm>
          <a:prstGeom prst="roundRect">
            <a:avLst>
              <a:gd name="adj" fmla="val 5769"/>
            </a:avLst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1168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SmartGrid Core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Controller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Switching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Calculation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Auto-Cut Logic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2560320"/>
            <a:ext cx="9144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Battery Bank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Wh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32004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8B5CF6">
              <a:alpha val="2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200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Appliances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26880" y="228600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0" y="22860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Dashboard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Gauge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Trends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69680" y="301752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657600" y="502920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0F4FF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657600" y="5029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Future: ESP32 + Relay Boards + MQTT → Real hardware switching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Requirements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List with Specifications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9144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 (₹)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PC / Laptop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8GB+ RAM, Modern Browser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 (Future)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Dual-core, WiFi+BT, 520KB SRAM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4-Channel Relay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5V, 10A per 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Charge 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PWM/MPPT, 12V/24V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220W Polycrystalline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Lead-Acid / Li-Ion Battery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100Ah (1.2 kWh)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1000W Pure Sine Wave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Sensor (ACS712)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30A, Analog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Connecting Wires &amp; PCB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wires, breadboard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30352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3035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Total Estimated Hardware Cost: ₹21,300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5303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Current prototype is software-only. Hardware costs apply for physical deployment phase.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Requirements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Runtime &amp; 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(LTS recommended)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(bundled with Node)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/ Linux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79476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94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 Safari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minimum, 8 GB recommended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9834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983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4983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MB (with node_modules)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502920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Dependencies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1920240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920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19202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^19.0.0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83680" y="2304288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304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23042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^6.2.0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2688336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6883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tailwindcss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26883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^4.1.14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3072384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0723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3072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^4.21.2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3456432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4564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sql.js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0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^1.12.0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83680" y="3840480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38404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jsonwebtoken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0" y="38404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^9.0.2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4224528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42245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bcryptjs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00" y="42245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^3.0.2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83680" y="4608576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766560" y="46085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@google/genai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44000" y="46085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^1.29.0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0" y="4992624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51" name="Text 49"/>
          <p:cNvSpPr/>
          <p:nvPr/>
        </p:nvSpPr>
        <p:spPr>
          <a:xfrm>
            <a:off x="6766560" y="49926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44000" y="499262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^12.23.24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83680" y="5376672"/>
            <a:ext cx="46634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66560" y="53766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144000" y="53766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~5.8.2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Details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 &amp; Interaction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9659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registers/logs in → JWT token issued → stored in localStorage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6517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Hydration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441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validated via /api/auth/me → state loaded from /api/state/load → UI renders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33375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1272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App.tsx renders 5 tabs: Overview, Control, Remote, AI Assistant, About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" y="40233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813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ticks every 4s → battery depletes → history samples recorded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120" y="47091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 Switch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4988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thresholds monitored → mode auto-switches → non-essential appliances cut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0120" y="5394960"/>
            <a:ext cx="0" cy="1828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Sync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51846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3s, state JSON → POST /api/state/save → SQLite upsert → persisted to disk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56235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5577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58704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client builds HTML → STARTTLS → AUTH PLAIN → sends formatted email report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&amp; Data 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State Synchronization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  INTEGER  PK AUTOINCREMENT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username  TEXT  NOT NULL UNIQUE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email  TEXT  NOT NULL UNIQUE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password_hash  TEXT  NOT NULL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created_at  TEXT  DEFAULT now()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←→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17373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645920"/>
            <a:ext cx="4572000" cy="2926080"/>
          </a:xfrm>
          <a:prstGeom prst="roundRect">
            <a:avLst>
              <a:gd name="adj" fmla="val 3125"/>
            </a:avLst>
          </a:prstGeom>
          <a:solidFill>
            <a:srgbClr val="FFF7E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user_states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  INTEGER  PK AUTOINCREMENT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606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user_id  INTEGER  FK → users.id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state_json  TEXT  (full dashboard state)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429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updated_at  TEXT  DEFAULT now()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937760"/>
            <a:ext cx="100584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Browser → POST /api/state/save → Express → sql.js upsert → smartgrid.db 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5486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every 3 seconds  •  State loaded on login  •  WASM-powered SQLite (no native compilation)  •  DB persisted to disk on every write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2026-04-23T05:13:43Z</dcterms:created>
  <dcterms:modified xsi:type="dcterms:W3CDTF">2026-04-23T05:13:43Z</dcterms:modified>
</cp:coreProperties>
</file>