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 Breakdown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9E0B"/>
              </a:solidFill>
              <a:effectLst/>
            </c:spPr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Hardware</c:v>
                </c:pt>
                <c:pt idx="1">
                  <c:v>Hosting</c:v>
                </c:pt>
                <c:pt idx="2">
                  <c:v>Domain</c:v>
                </c:pt>
                <c:pt idx="3">
                  <c:v>Dev/SW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21300</c:v>
                </c:pt>
                <c:pt idx="1">
                  <c:v>6000</c:v>
                </c:pt>
                <c:pt idx="2">
                  <c:v>800</c:v>
                </c:pt>
                <c:pt idx="3">
                  <c:v>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Algorithm / Core Logic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– Battery Management Engine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6858000" cy="4754880"/>
          </a:xfrm>
          <a:prstGeom prst="roundRect">
            <a:avLst>
              <a:gd name="adj" fmla="val 230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smartgrid_engine.pseudo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6400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simulationTick():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activeLoad ← SUM(appliance.watts × qty)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appliance.isOn AND NOT isAutoCut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chargingWatts ← solarInput + gridCharging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isChargingEnabled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netWatts ← activeLoad - chargingWatts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delta ← (netWatts / BATTERY_WH) × 100 × (TICK/3600000)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batteryPercent ← CLAMP(0, 100, battery - delta)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battery ≤ ultraThreshold: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 ← "Ultra"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EACH appliance WHERE NOT isEssential: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appliance.isAutoCut ← TRUE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IF battery ≤ powerSavingThreshold: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 ← "Power Saving"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EACH appliance WHERE NOT isEssential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AND watts ≥ 200: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appliance.isAutoCut ← TRUE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RECORD sample(time, battery, load, charge, net)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battery = 0 AND netWatts &gt; 0: STOP simulation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46720" y="1554480"/>
            <a:ext cx="3474720" cy="4754880"/>
          </a:xfrm>
          <a:prstGeom prst="roundRect">
            <a:avLst>
              <a:gd name="adj" fmla="val 3158"/>
            </a:avLst>
          </a:prstGeom>
          <a:solidFill>
            <a:srgbClr val="15205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1645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Constants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321040" y="2194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BATTERY_WH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332720" y="21945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 Wh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321040" y="2697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SIM_TICK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332720" y="2697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4000 ms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21040" y="3200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SYNC_INTERVAL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332720" y="32004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3000 ms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21040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HISTORY_LIMIT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332720" y="3703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samples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321040" y="4206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SALT_ROUNDS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332720" y="4206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21040" y="4709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JWT_EXPIRY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33272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days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21040" y="5212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PS_THRESHOLD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332720" y="5212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21040" y="5715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ULTRA_THRESHOLD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332720" y="57150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5%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Blueprint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Architectural Schematic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840480" cy="4754880"/>
          </a:xfrm>
          <a:prstGeom prst="roundRect">
            <a:avLst>
              <a:gd name="adj" fmla="val 2381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📁 Project Structure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34747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SmartGrid/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server.ts          (Express + Auth + SMTP)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db/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database.ts    (sql.js init &amp; queries)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App.tsx        (Main dashboard, 1341 LOC)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LoginPage.tsx  (Auth UI, 264 LOC)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main.tsx       (React entry)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index.css      (Theme &amp; globals)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vite.config.ts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.env.example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package.json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463040"/>
            <a:ext cx="6583680" cy="2194560"/>
          </a:xfrm>
          <a:prstGeom prst="roundRect">
            <a:avLst>
              <a:gd name="adj" fmla="val 4167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Endpoints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011680"/>
          <a:ext cx="62179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011680"/>
                <a:gridCol w="73152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/api/auth/register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account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/api/auth/login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JWT token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/api/auth/me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session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/api/state/save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 state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/api/state/load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Restore state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/api/send-alert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SMTP email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846320" y="3931920"/>
            <a:ext cx="6583680" cy="228600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UI Modules (Tabs)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120640" y="4480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Overview: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766560" y="4480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gauge, mode switcher, appliance list, energy chart, activity log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120640" y="4800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Control: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76656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controls, thresholds, charging, CSV export, SMTP, device registration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120640" y="5120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Remote: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766560" y="5120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Mobile-friendly appliance control with quantity steppers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120640" y="5440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AI Assistant: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766560" y="5440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 chat with real-time system context injection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120640" y="5760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About: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766560" y="5760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info, developer contact, GitHub link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Implementation Costing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6400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Cost (₹)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time (~200 hrs @ ₹0 academic)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(Future)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ESP32, relays, sensors, battery, solar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₹21,300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Licenses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open-source (React, Vite, Express)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Hosting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VPS / Vercel / Railway (optional)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₹500/mo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+ SSL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custom domain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₹800/yr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SMTP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Gmail App Password (free tier)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API (Gemini)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 with usage limits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updates, bug fixes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(Year 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Software-only prototype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₹6,800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7498080" y="1371600"/>
          <a:ext cx="4114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Timeline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Milestones &amp; Phases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2011680"/>
            <a:ext cx="960120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182880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468880"/>
            <a:ext cx="1645920" cy="34747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514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1-2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88720" y="3200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Planning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3657600"/>
            <a:ext cx="1463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gathering, UI/UX research, architecture design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46120" y="182880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Shape 11"/>
          <p:cNvSpPr/>
          <p:nvPr/>
        </p:nvSpPr>
        <p:spPr>
          <a:xfrm>
            <a:off x="2880360" y="2468880"/>
            <a:ext cx="1645920" cy="34747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0360" y="2514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8036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3-5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71800" y="3200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Frontend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71800" y="3657600"/>
            <a:ext cx="1463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dashboard, battery gauge, appliance controls, simulation engine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0" y="182880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4663440" y="2468880"/>
            <a:ext cx="1645920" cy="34747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514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6-7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3200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3657600"/>
            <a:ext cx="1463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server, SQLite via sql.js, JWT auth, bcrypt hashing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812280" y="182880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5" name="Shape 23"/>
          <p:cNvSpPr/>
          <p:nvPr/>
        </p:nvSpPr>
        <p:spPr>
          <a:xfrm>
            <a:off x="6446520" y="2468880"/>
            <a:ext cx="1645920" cy="34747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2514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4652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8-9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37960" y="3200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&amp; AI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37960" y="3657600"/>
            <a:ext cx="1463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 system, Gemini AI integration, remote control tab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595360" y="182880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1" name="Shape 29"/>
          <p:cNvSpPr/>
          <p:nvPr/>
        </p:nvSpPr>
        <p:spPr>
          <a:xfrm>
            <a:off x="8229600" y="2468880"/>
            <a:ext cx="1645920" cy="34747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0" y="2514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10-11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321040" y="3200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&amp; Testing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21040" y="3657600"/>
            <a:ext cx="1463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animations, responsive design, edge case testing, documentation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0378440" y="18288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7" name="Shape 35"/>
          <p:cNvSpPr/>
          <p:nvPr/>
        </p:nvSpPr>
        <p:spPr>
          <a:xfrm>
            <a:off x="10012680" y="2468880"/>
            <a:ext cx="1645920" cy="34747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12680" y="2514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01268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104120" y="3200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104120" y="3657600"/>
            <a:ext cx="1463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build, deployment config, README finalization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Testing &amp; Validation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106984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200400"/>
                <a:gridCol w="3657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registration with valid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created, JWT returned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with wrong password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 error returned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 depletes to 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 auto-stops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Saving mode at 30%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High-load non-essential appliances cut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 mode at 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non-essential appliances cut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persists across sessions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state restored on re-login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SMTP email alert delivery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 email received with appliance 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export with 36 samples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CSV file downloaded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assistant responds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returns contextual energy advice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Concurrent user sessions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user sees own state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expiry after 7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redirected to login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custom appliance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device appears in 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5669280"/>
            <a:ext cx="4572000" cy="54864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56692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12 / 12 Test Cases Passed — 100% Pass Rate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Challenges &amp; Solutions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4846320" cy="68580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SQLite in Node without native 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0" y="137160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212080" cy="6858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37160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Used sql.js (WASM-compiled) — zero native dependencies, cross-platform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4846320" cy="68580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1945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Real-time simulation accuracy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0" y="219456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2194560"/>
            <a:ext cx="5212080" cy="6858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1945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Tick-based engine with delta calculation scaled to wall-clock time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017520"/>
            <a:ext cx="4846320" cy="68580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0175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State persistence without latency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0" y="301752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7920" y="3017520"/>
            <a:ext cx="5212080" cy="6858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01752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3-second auto-sync interval with upsert pattern; state loaded on login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840480"/>
            <a:ext cx="4846320" cy="68580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84048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SMTP without third-party SDK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0" y="384048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7920" y="3840480"/>
            <a:ext cx="5212080" cy="6858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84048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Raw TCP socket → STARTTLS → AUTH PLAIN → built-in Node.js net/tls modules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4663440"/>
            <a:ext cx="4846320" cy="68580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6634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Multi-user isolation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0" y="466344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7920" y="4663440"/>
            <a:ext cx="5212080" cy="6858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46634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JWT-based auth with user_id foreign key ensuring per-user state isolation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5486400"/>
            <a:ext cx="4846320" cy="68580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48640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WhatsApp alert integration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69280" y="548640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17920" y="5486400"/>
            <a:ext cx="5212080" cy="6858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548640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Deferred — requires WhatsApp Cloud API or Twilio (documented as future scope)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2026-04-23T05:16:19Z</dcterms:created>
  <dcterms:modified xsi:type="dcterms:W3CDTF">2026-04-23T05:16:19Z</dcterms:modified>
</cp:coreProperties>
</file>