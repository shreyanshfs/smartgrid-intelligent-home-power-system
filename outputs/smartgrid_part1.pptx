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52057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152057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914400"/>
            <a:ext cx="1371600" cy="1371600"/>
          </a:xfrm>
          <a:prstGeom prst="rect">
            <a:avLst>
              <a:gd name="adj" fmla="val 20000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90500" dist="50800" dir="16200000">
              <a:srgbClr val="3B82F6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94960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⚡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SMARTGRID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Home Power Control System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0" y="4297680"/>
            <a:ext cx="3044952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6634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Shreyansh Dwivedi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51206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Energy Management  •  AI-Powered Insights  •  Hardware-Ready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01. 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048256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4825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02. Project Overview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50592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50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03. Key 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852928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529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04. System Architecture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255264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5526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05. Technology Stack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57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06. Circuit &amp; Logic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059936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5993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07. Hardware Requirements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462272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46227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08. Software Requirements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864608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8646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09. Implementation Details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5266944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26694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10. Database &amp; Data Flow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5669280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6692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11. Core Algorithm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1645920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16459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12. System Blueprint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2048256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204825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13. Implementation Costing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2450592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2450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14. Project Timeline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2852928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28529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15. Testing &amp; Validation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3255264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325526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16. Challenges &amp; Solutions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0" y="3657600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3657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17. Results &amp; Demo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0" y="4059936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405993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18. Future Scope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0" y="4462272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446227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19. Conclusion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0" y="4864608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0" y="48646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20. References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0" y="5266944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583680" y="526694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 21. Thank You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SmartGrid is Needed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17190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cannot see how long their battery backup will last during outages.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63040" y="28163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Control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3154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must be manually switched off, wasting precious energy.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63040" y="39136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4251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insight into energy consumption patterns or cost estimation.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93776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63040" y="50109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53492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notification system when battery reaches critical levels.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1645920"/>
            <a:ext cx="5029200" cy="4206240"/>
          </a:xfrm>
          <a:prstGeom prst="roundRect">
            <a:avLst>
              <a:gd name="adj" fmla="val 3261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Impact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686800" y="2514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homes face daily power cuts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686800" y="3337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wasted on non-essential loads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686800" y="4160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into actual energy cost per outage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4937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686800" y="4983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load-shedding systems for homes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63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SmartGrid is a web-based simulation dashboard for home inverter and appliance power management.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Monitors battery level with real-time arc gauge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Estimates runtime based on active load and charging input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Applies automatic power-saving rules at configurable thresholds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Records energy trends and exports CSV reports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Sends SMTP email alerts on critical battery levels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Integrates Gemini AI for energy optimization guidance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Per-user state persistence via SQLite database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It's For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0116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Homeowners with inverter/battery backup systems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Students &amp; engineers learning energy management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IoT developers prototyping smart home controllers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Type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4206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Web Application (Full-Stack)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Prototype / Academic Project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License: Open Source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github.com/ShreyanshFS/SmartGrid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Grid Layout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37360"/>
            <a:ext cx="640080" cy="64008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3736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Intelligence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arc gauge, auto mode switching at configurable thresholds, runtime estimation.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737360"/>
            <a:ext cx="640080" cy="64008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Control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514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 appliances with ON/OFF toggles, quantity steppers, essential/non-essential classification.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554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1737360"/>
            <a:ext cx="640080" cy="64008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☀️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5256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&amp; Grid Charging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2514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solar panel input + grid charging with adjustable watt sliders.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206240"/>
            <a:ext cx="640080" cy="64008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4251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Email Alerts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9834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SMTP email reports with HTML formatted appliance status tables.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402336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4206240"/>
            <a:ext cx="640080" cy="64008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94960" y="4251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63440" y="49834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conversational assistant for energy optimization and usage analysis.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402336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0" y="4206240"/>
            <a:ext cx="640080" cy="640080"/>
          </a:xfrm>
          <a:prstGeom prst="ellipse">
            <a:avLst/>
          </a:prstGeom>
          <a:solidFill>
            <a:srgbClr val="1E2761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052560" y="4251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Persistence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21040" y="49834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authentication, bcrypt hashing, per-user SQLite state storage with auto-sync.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Block Diagram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698480" cy="128016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 LAYER (Browser)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03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App.tsx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21031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103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.tsx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20640" y="21031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2103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23760" y="21031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2103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326880" y="21031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0" y="2103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HTTP / REST API  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474720"/>
            <a:ext cx="10698480" cy="1280160"/>
          </a:xfrm>
          <a:prstGeom prst="roundRect">
            <a:avLst>
              <a:gd name="adj" fmla="val 7143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SERVER LAYER (Express + Node.js)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" y="397764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977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Routes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JWT+bcrypt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0" y="397764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977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Save/Load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397764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977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Engine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778240" y="397764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0" y="3977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sql.js (WASM)  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530352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349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LAYER (SQLite)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371600" y="56692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5669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(id, username, email, hash)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0" y="56692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5669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user_states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(user_id, state_json, updated_at)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SmartGrid – Intelligent Home Power System</dc:title>
  <dc:subject>PptxGenJS Presentation</dc:subject>
  <dc:creator>Shreyansh</dc:creator>
  <cp:lastModifiedBy>Shreyansh</cp:lastModifiedBy>
  <cp:revision>1</cp:revision>
  <dcterms:created xsi:type="dcterms:W3CDTF">2026-04-23T05:11:50Z</dcterms:created>
  <dcterms:modified xsi:type="dcterms:W3CDTF">2026-04-23T05:11:50Z</dcterms:modified>
</cp:coreProperties>
</file>