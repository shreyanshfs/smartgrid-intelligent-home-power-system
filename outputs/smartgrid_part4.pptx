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 &amp; System Metrics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1,341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(App.tsx)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76072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41832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1031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1089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0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7607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Max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4183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75488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Outputs Validated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303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battery depletion simulation with auto mode switching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55778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CSV energy report export with 36-sample history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8521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SMTP HTML email alert with formatted appliance table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5303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Gemini AI responds with contextual energy advice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55778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Multi-user isolation — each user has independent state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Improved &amp; Extended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Relay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relay boards for physical appliance switching via GPIO pins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1645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Publish/subscribe architecture for real-time IoT device communication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Inverter Telemetry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200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actual battery voltage, current, and temperature from inverter hardware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Sync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200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multi-device dashboard synchronization without polling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023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Support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389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for mobile installation and offline capability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3931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32320" y="4023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4389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 or Twilio integration for instant messaging alerts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1206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463040" y="5212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5577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daily/weekly energy consumption summaries via email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51206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3796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32320" y="5212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0" y="5577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 for easy scaling and cloud hosting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52057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52057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SmartGrid successfully demonstrates an intelligent home power management system that bridges the gap between complex energy hardware and intuitive, user-centric software control.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Real-time battery simulation with automatic mode switching at configurable thresholds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Full appliance management with 14+ devices, quantity steppers, and essential classification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Secure multi-user system with JWT authentication and per-user SQLite state persistence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Server-side SMTP email alerts with HTML-formatted appliance status reports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AI-powered energy assistant using Google Gemini with live system context injection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Comprehensive analytics with energy trends, CSV export, and cost estimation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5669280"/>
            <a:ext cx="7589520" cy="640080"/>
          </a:xfrm>
          <a:prstGeom prst="roundRect">
            <a:avLst>
              <a:gd name="adj" fmla="val 1428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56692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"Making decentralized energy management accessible to everyone."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 / Bibliography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React Documentation — react.dev (React 19 with Hooks)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709928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0992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Vite Build Tool — vitejs.dev (v6, ESM-first bundler)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048256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4825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Tailwind CSS — tailwindcss.com (v4, utility-first CSS framework)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386584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8658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Express.js — expressjs.com (v4, Node.js web framework)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724912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2491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sql.js — github.com/sql-js/sql.js (SQLite compiled to WASM)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6324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JSON Web Tokens — jwt.io (RFC 7519 standard)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401568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0156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bcryptjs — github.com/dcodeIO/bcrypt.js (password hashing)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739896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3989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Google Generative AI SDK — ai.google.dev (Gemini API)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78224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7822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Framer Motion — motion.dev (React animation library)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416552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41655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Lucide Icons — lucide.dev (open-source icon library)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75488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Node.js SMTP — RFC 5321 (Simple Mail Transfer Protocol)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5093208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09320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STARTTLS — RFC 3207 (SMTP Service Extension for Secure SMTP)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431536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43153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TypeScript — typescriptlang.org (v5.8, typed JavaScript)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5769864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76986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MDN Web Docs — developer.mozilla.org (Web APIs reference)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52057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52057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1828800"/>
            <a:ext cx="2743200" cy="27432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1097280"/>
            <a:ext cx="1371600" cy="1371600"/>
          </a:xfrm>
          <a:prstGeom prst="rect">
            <a:avLst>
              <a:gd name="adj" fmla="val 2000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254000" dist="50800" dir="16200000">
              <a:srgbClr val="3B82F6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</a:rPr>
              <a:t>⚡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4206240"/>
            <a:ext cx="304495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Dwivedi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Shreyanshdwivedi15@gmail.com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3949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github.com/ShreyanshFS/SmartGrid-Intelligent-Home-Power-System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SMARTGRID  •  Intelligent Home Power Control System  •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2026-04-23T05:17:36Z</dcterms:created>
  <dcterms:modified xsi:type="dcterms:W3CDTF">2026-04-23T05:17:36Z</dcterms:modified>
</cp:coreProperties>
</file>