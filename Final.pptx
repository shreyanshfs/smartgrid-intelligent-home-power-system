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F0B-43C2-B789-3D4CA060220C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F0B-43C2-B789-3D4CA060220C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F0B-43C2-B789-3D4CA060220C}"/>
              </c:ext>
            </c:extLst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F0B-43C2-B789-3D4CA060220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0B-43C2-B789-3D4CA060220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0B-43C2-B789-3D4CA060220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F0B-43C2-B789-3D4CA060220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0B-43C2-B789-3D4CA060220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Hardware</c:v>
                </c:pt>
                <c:pt idx="1">
                  <c:v>Hosting</c:v>
                </c:pt>
                <c:pt idx="2">
                  <c:v>Domain</c:v>
                </c:pt>
                <c:pt idx="3">
                  <c:v>Dev/SW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21300</c:v>
                </c:pt>
                <c:pt idx="1">
                  <c:v>6000</c:v>
                </c:pt>
                <c:pt idx="2">
                  <c:v>800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0B-43C2-B789-3D4CA0602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881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98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62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36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72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66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20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798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2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59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62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47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76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27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925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006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55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5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205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52057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914400"/>
            <a:ext cx="1371600" cy="1371600"/>
          </a:xfrm>
          <a:prstGeom prst="rect">
            <a:avLst/>
          </a:prstGeom>
          <a:solidFill>
            <a:srgbClr val="3B82F6"/>
          </a:solidFill>
          <a:ln/>
          <a:effectLst>
            <a:outerShdw blurRad="190500" dist="50800" dir="16200000" algn="bl" rotWithShape="0">
              <a:srgbClr val="3B82F6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0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⚡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SMARTGRID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Home Power Control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0" y="4297680"/>
            <a:ext cx="30449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Shreyansh Dwivedi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Energy Management  •  AI-Powered Insights  •  Hardware-Ready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01. 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4825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482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02. Project Overview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5059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50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03. Key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5292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529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04. System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5526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552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05. Technology Stack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06. Circuit &amp; Logic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5993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599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07. Hardware Requirements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6227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622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08. Software Requirements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86460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646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09. Implementation Details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26694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2669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10. Database &amp; Data Flow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66928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6692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11. Core Algorithm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164592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1645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12. System Blueprint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04825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20482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13. Implementation Costing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45059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2450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14. Project Timeline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285292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28529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15. Testing &amp; 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25526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32552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16. Challenges &amp; Solutions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657600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3657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17. Results &amp; Demo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4059936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40599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18. Future Scope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4462272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44622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19. Conclusion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4864608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0F4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48646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20. References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0" y="5266944"/>
            <a:ext cx="49377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52669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21. Thank You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SmartGrid is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see how long their battery backup will last during outages.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816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154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must be manually switched off, wasting precious energy.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63040" y="39136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insight into energy consumption patterns or cost estimation.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63040" y="5010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5349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 system when battery reaches critical levels.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645920"/>
            <a:ext cx="5029200" cy="4206240"/>
          </a:xfrm>
          <a:prstGeom prst="roundRect">
            <a:avLst>
              <a:gd name="adj" fmla="val 3261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686800" y="2514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homes face daily power cuts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686800" y="3337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wasted on non-essential loads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68680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into actual energy cost per outage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686800" y="4983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load-shedding systems for homes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 is a web-based simulation dashboard for home inverter and appliance power management.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Monitors battery level with real-time arc gauge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Estimates runtime based on active load and charging input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Applies automatic power-saving rules at configurable thresholds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Records energy trends and exports CSV reports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Sends SMTP email alerts on critical battery levels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Integrates Gemini AI for energy optimization guidance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Per-user state persistence via SQLite database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502920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It's For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0116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Homeowners with inverter/battery backup systems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&amp; engineers learning energy management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IoT developers prototyping smart home controllers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42062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Web Application (Full-Stack)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Prototype / Academic Project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Open Source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github.com/ShreyanshFS/SmartGrid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Grid Layout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arc gauge, auto mode switching at configurable thresholds, runtime estimation.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appliances with ON/OFF toggles, quantity steppers, essential/non-essential classification.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173736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Grid Charging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solar panel input + grid charging with adjustable watt sliders.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Email Alerts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9834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SMTP email reports with HTML formatted appliance status tables.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206240"/>
            <a:ext cx="640080" cy="6400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9834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conversational assistant for energy optimization and usage analysis.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4206240"/>
            <a:ext cx="640080" cy="64008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52560" y="4251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Persistence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9834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bcrypt hashing, per-user SQLite state storage with auto-sync.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Block Diagram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LAYER (Browser)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26880" y="21031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2103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 / REST API  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 LAYER (Express + Node.js)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JWT+bcrypt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Engine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78240" y="39776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977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sql.js (WASM)  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49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 (SQLite)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56692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669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username, email, hash)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56692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5669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user_states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(user_id, state_json, updated_at)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Libraries &amp;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5603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Framework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3178C6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2560320" cy="320040"/>
          </a:xfrm>
          <a:prstGeom prst="rect">
            <a:avLst/>
          </a:prstGeom>
          <a:solidFill>
            <a:srgbClr val="3178C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JavaScript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646CFF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645920"/>
            <a:ext cx="2560320" cy="320040"/>
          </a:xfrm>
          <a:prstGeom prst="rect">
            <a:avLst/>
          </a:prstGeom>
          <a:solidFill>
            <a:srgbClr val="646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Build Tool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35440" y="1645920"/>
            <a:ext cx="256032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7260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F0055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200400"/>
            <a:ext cx="2560320" cy="320040"/>
          </a:xfrm>
          <a:prstGeom prst="rect">
            <a:avLst/>
          </a:prstGeom>
          <a:solidFill>
            <a:srgbClr val="FF005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(Framer)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Library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3200400"/>
            <a:ext cx="256032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0332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200400"/>
            <a:ext cx="25603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 Framework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3544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03B57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35440" y="3200400"/>
            <a:ext cx="2560320" cy="320040"/>
          </a:xfrm>
          <a:prstGeom prst="rect">
            <a:avLst/>
          </a:prstGeom>
          <a:solidFill>
            <a:srgbClr val="003B57"/>
          </a:solidFill>
          <a:ln/>
        </p:spPr>
      </p:sp>
      <p:sp>
        <p:nvSpPr>
          <p:cNvPr id="35" name="Text 33"/>
          <p:cNvSpPr/>
          <p:nvPr/>
        </p:nvSpPr>
        <p:spPr>
          <a:xfrm>
            <a:off x="923544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(sql.js)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37260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Database Engine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4754880"/>
            <a:ext cx="256032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616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66160" y="4754880"/>
            <a:ext cx="25603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356616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4285F4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0" y="4754880"/>
            <a:ext cx="2560320" cy="3200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3796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SDK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23544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35440" y="4754880"/>
            <a:ext cx="25603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923544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SMTP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37260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Engine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4532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Construction Logic &amp; Circuit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System Integration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Solar Panel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220W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F4444">
              <a:alpha val="2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Grid Supply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0-800W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28600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657600"/>
            <a:ext cx="1097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011680"/>
            <a:ext cx="2743200" cy="2377440"/>
          </a:xfrm>
          <a:prstGeom prst="roundRect">
            <a:avLst>
              <a:gd name="adj" fmla="val 5769"/>
            </a:avLst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01168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SmartGrid Core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Controller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Switching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Calculation</a:t>
            </a:r>
            <a:endParaRPr lang="en-US" sz="10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Auto-Cut Logic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9144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Battery Bank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Wh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657600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32004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8B5CF6">
              <a:alpha val="2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200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Appliances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26880" y="228600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22860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Dashboard</a:t>
            </a:r>
            <a:endParaRPr lang="en-US" sz="900" dirty="0"/>
          </a:p>
          <a:p>
            <a:pPr marL="0" indent="0" algn="ctr">
              <a:lnSpc>
                <a:spcPts val="1300"/>
              </a:lnSpc>
              <a:buNone/>
            </a:pPr>
            <a:endParaRPr lang="en-US" sz="9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9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Gauge</a:t>
            </a:r>
            <a:endParaRPr lang="en-US" sz="9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Trends</a:t>
            </a:r>
            <a:endParaRPr lang="en-US" sz="9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9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69680" y="301752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657600" y="50292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657600" y="5029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Future: ESP32 + Relay Boards + MQTT → Real hardware switching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21192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Requirements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List with Specifications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731520" y="1554480"/>
          <a:ext cx="9144000" cy="32461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PC / Laptop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8GB+ RAM, Modern Browser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 (Future)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Dual-core, WiFi+BT, 520KB SRAM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4-Channel Relay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5V, 10A per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Charge 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PWM/MPPT, 12V/24V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220W Polycrystalline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Lead-Acid / Li-Ion Battery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100Ah (1.2 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1000W Pure Sine Wave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Sensor (ACS712)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30A, Analog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Wires &amp; PCB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wires, breadboard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30352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303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Total Estimated Hardware Cost: ₹21,300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5303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Current prototype is software-only. Hardware costs apply for physical deployment phase.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72679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Requirements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 &amp; 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(LTS recommended)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(bundled with Node)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/ Linux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79476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Firefox, Safari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38912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minimum, 8 GB recommended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9834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983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983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MB (with node_modules)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37160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Dependencies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1920240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920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19202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^19.0.0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2304288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3042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23042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^6.2.0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688336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6883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tailwindcss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2688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^4.1.14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3072384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0723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0" y="30723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^4.21.2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3456432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4564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sql.js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0" y="3456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^1.12.0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3840480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3840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jsonwebtoken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38404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^9.0.2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4224528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42245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bcryptjs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00" y="42245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^3.0.2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4608576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0" y="460857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@google/genai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44000" y="4608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^1.29.0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0" y="4992624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51" name="Text 49"/>
          <p:cNvSpPr/>
          <p:nvPr/>
        </p:nvSpPr>
        <p:spPr>
          <a:xfrm>
            <a:off x="6766560" y="49926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0" y="49926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^12.23.24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83680" y="5376672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53766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144000" y="53766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~5.8.2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9386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Details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 &amp; Interaction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9659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registers/logs in → JWT token issued → stored in localStorage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26517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Hydration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4414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validated via /api/auth/me → state loaded from /api/state/load → UI renders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33375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1272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 renders 5 tabs: Overview, Control, Remote, AI Assistant, About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" y="40233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813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ticks every 4s → battery depletes → history samples recorded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47091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 Switch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4988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thresholds monitored → mode auto-switches → non-essential appliances cut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0120" y="53949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Sync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51846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3s, state JSON → POST /api/state/save → SQLite upsert → persisted to disk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6235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5577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58704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client builds HTML → STARTTLS → AUTH PLAIN → sends formatted email report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8777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&amp; Data 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State Synchronization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  INTEGER  PK AUTOINCREMENT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username  TEXT  NOT NULL UNIQUE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📧 email  TEXT  NOT NULL UNIQUE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password_hash  TEXT  NOT NULL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created_at  TEXT  DEFAULT now()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←→ 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17373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645920"/>
            <a:ext cx="4572000" cy="2926080"/>
          </a:xfrm>
          <a:prstGeom prst="roundRect">
            <a:avLst>
              <a:gd name="adj" fmla="val 3125"/>
            </a:avLst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user_states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  INTEGER  PK AUTOINCREMENT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user_id  INTEGER  FK → users.id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state_json  TEXT  (full dashboard state)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updated_at  TEXT  DEFAULT now()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937760"/>
            <a:ext cx="100584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029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Browser → POST /api/state/save → Express → sql.js upsert → smartgrid.db file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5486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every 3 seconds  •  State loaded on login  •  WASM-powered SQLite (no native compilation)  •  DB persisted to disk on every write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0761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 / Core Logic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– Battery Management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858000" cy="4754880"/>
          </a:xfrm>
          <a:prstGeom prst="roundRect">
            <a:avLst>
              <a:gd name="adj" fmla="val 230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smartgrid_engine.pseudo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simulationTick():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activeLoad ← SUM(appliance.watts × qty)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appliance.isOn AND NOT isAutoCut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chargingWatts ← solarInput + gridCharging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isChargingEnabled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netWatts ← activeLoad - chargingWatts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delta ← (netWatts / BATTERY_WH) × 100 × (TICK/3600000)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batteryPercent ← CLAMP(0, 100, battery - delta)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battery ≤ ultraThreshold: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 ← "Ultra"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appliance WHERE NOT isEssential: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appliance.isAutoCut ← TRUE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battery ≤ powerSavingThreshold: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 ← "Power Saving"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appliance WHERE NOT isEssential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watts ≥ 200: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appliance.isAutoCut ← TRUE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 sample(time, battery, load, charge, net)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battery = 0 AND netWatts &gt; 0: STOP simulation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0" y="155448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15205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Constants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BATTERY_WH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Wh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SIM_TICK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4000 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SYNC_INTERVAL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3272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 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HISTORY_LIMIT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samples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SALT_ROUNDS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3272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4709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JWT_EXPIRY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days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5212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PS_THRESHOLD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5715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ULTRA_THRESHOLD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0" y="5715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95670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Blueprint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Architectural Schematic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📁 Project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SmartGrid/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server.ts          (Express + Auth + SMTP)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db/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database.ts    (sql.js init &amp; queries)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App.tsx        (Main dashboard, 1341 LOC)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LoginPage.tsx  (Auth UI, 264 LOC)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main.tsx       (React entry)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index.css      (Theme &amp; globals)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vite.config.ts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6583680" cy="219456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Endpoints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0" y="2011680"/>
          <a:ext cx="5303520" cy="16002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JWT token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/api/state/save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/api/state/load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/api/send-alert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SMTP email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846320" y="393192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Modules (Tabs)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2064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Overview: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gauge, mode switcher, appliance list, energy chart, activity log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20640" y="4800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Control: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controls, thresholds, charging, CSV export, SMTP, device registration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5120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Remote: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appliance control with quantity steppers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20640" y="5440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Assistant: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6656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 with real-time system context injection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20640" y="5760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About: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6656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info, developer contact, GitHub link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25939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Costing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731520" y="1371600"/>
          <a:ext cx="6400800" cy="2590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time (~200 hrs @ ₹0 academic)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(Future)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ESP32, relays, sensors, battery, solar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Licenses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open-source (React, Vite, Express)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Hosting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/ Vercel / Railway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+ SSL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custom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App Password (free 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API (Gemini)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with usage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updates, bug fixes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(Year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Software-only prototype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₹6,800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498080" y="1371600"/>
          <a:ext cx="4114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98606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Timeline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Milestones &amp; Phases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96012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8288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Planning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gathering, UI/UX research, architecture design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036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8036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7180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Frontend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battery gauge, appliance controls, simulation engine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6-7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server, SQLite via sql.js, JWT auth, bcrypt hashing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12280" y="18288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8-9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&amp; 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system, Gemini AI integration, remote control tab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595360" y="182880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10-11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Testing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animations, responsive design, edge case testing, documentation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378440" y="1828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12680" y="2468880"/>
            <a:ext cx="1645920" cy="34747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1268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1268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104120" y="32004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104120" y="36576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build, deployment config, README finalization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65627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 Validation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31520" y="1280160"/>
          <a:ext cx="8686800" cy="31699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 with valid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created, JWT returned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wrong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error returned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depletes to 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auto-stops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Saving mode at 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High-load non-essential appliances 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mode at 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non-essential appliances cut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persists across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state restored on re-login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email alert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email received with appliance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export with 36 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CSV file downloaded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 responds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returns contextual energy advice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user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user sees own state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expiry after 7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redirected to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custom appliance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device appears in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5669280"/>
            <a:ext cx="4572000" cy="54864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914400" y="5669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 / 12 Test Cases Passed — 100% Pass Rate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82411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SQLite in Node without native 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0" y="13716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Used sql.js (WASM-compiled) — zero native dependencies, cross-platform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Real-time simulation 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945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Tick-based engine with delta calculation scaled to wall-clock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17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State persistence without latency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30175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301752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175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3-second auto-sync interval with upsert pattern; state loaded on login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40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SMTP without third-party SDK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38404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8404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Raw TCP socket → STARTTLS → AUTH PLAIN → built-in Node.js net/tls modules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66344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663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Multi-user isolation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46634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466344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6634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JWT-based auth with user_id foreign key ensuring per-user state isolation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486400"/>
            <a:ext cx="4846320" cy="6858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86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WhatsApp alert integration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5486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548640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4864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Deferred — requires WhatsApp Cloud API or Twilio (documented as future scope)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50694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 &amp; System Metrics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1,341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(App.tsx)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607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17373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41832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1031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7607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Max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50800" dist="254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3200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4183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Outputs Validated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303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battery depletion simulation with auto mode switching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55778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CSV energy report export with 36-sample history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8521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SMTP HTML email alert with formatted appliance table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5303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Gemini AI responds with contextual energy advice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55778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Multi-user isolation — each user has independent state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65651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Improved &amp; Extended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Relay Integration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relay boards for physical appliance switching via GPIO pins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1645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architecture for real-time IoT device communication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Inverter Telemetry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200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actual battery voltage, current, and temperature from inverter hardware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Sync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200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multi-device dashboard synchronization without polling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for mobile installation and offline capability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32320" y="4023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4389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or Twilio integration for instant messaging alerts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1206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63040" y="5212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5577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daily/weekly energy consumption summaries via 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51206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3796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32320" y="5212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0" y="5577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 for easy scaling and cloud hosting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00165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 successfully demonstrates an intelligent home power management system that bridges the gap between complex energy hardware and intuitive, user-centric software control.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Real-time battery simulation with automatic mode switching at configurable thresholds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Full appliance management with 14+ devices, quantity steppers, and essential classification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Secure multi-user system with JWT authentication and per-user SQLite state persistence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Server-side SMTP email alerts with HTML-formatted appliance status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AI-powered energy assistant using Google Gemini with live system context injection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Comprehensive analytics with energy trends, CSV export, and cost estimation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566928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56692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"Making decentralized energy management accessible to everyone."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9027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/ Bibliography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React Documentation — react.dev (React 19 with Hooks)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709928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0992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Vite Build Tool — vitejs.dev (v6, ESM-first bundler)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048256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4825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Tailwind CSS — tailwindcss.com (v4, utility-first CSS framework)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386584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8658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Express.js — expressjs.com (v4, Node.js web framework)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724912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2491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sql.js — github.com/sql-js/sql.js (SQLite compiled to WASM)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06324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JSON Web Tokens — jwt.io (RFC 7519 standard)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01568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0156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bcryptjs — github.com/dcodeIO/bcrypt.js (password hashing)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739896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3989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Google Generative AI SDK — ai.google.dev (Gemini API)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78224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7822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Framer Motion — motion.dev (React animation library)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416552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41655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Lucide Icons — lucide.dev (open-source icon library)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75488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Node.js SMTP — RFC 5321 (Simple Mail Transfer Protocol)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093208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093208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STARTTLS — RFC 3207 (SMTP Service Extension for Secure SMTP)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431536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0F4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431536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TypeScript — typescriptlang.org (v5.8, typed JavaScript)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769864"/>
            <a:ext cx="10698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76986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MDN Web Docs — developer.mozilla.org (Web APIs reference)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7260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52057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1828800"/>
            <a:ext cx="2743200" cy="2743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solidFill>
            <a:srgbClr val="3B82F6"/>
          </a:solidFill>
          <a:ln/>
          <a:effectLst>
            <a:outerShdw blurRad="254000" dist="50800" dir="16200000" algn="bl" rotWithShape="0">
              <a:srgbClr val="3B82F6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FFFFF"/>
                </a:solidFill>
              </a:rPr>
              <a:t>⚡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4206240"/>
            <a:ext cx="30449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Dwivedi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Shreyanshdwivedi15@gmail.com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31848" y="27432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github.com/ShreyanshFS/SmartGrid-Intelligent-Home-Power-System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SMARTGRID  •  Intelligent Home Power Control System  •  April 2026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89546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2731</Words>
  <Application>Microsoft Office PowerPoint</Application>
  <PresentationFormat>Widescreen</PresentationFormat>
  <Paragraphs>626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SmartGrid – Intelligent Home Power System</dc:title>
  <dc:subject>PptxGenJS Presentation</dc:subject>
  <dc:creator>Shreyansh</dc:creator>
  <cp:keywords>Protech</cp:keywords>
  <cp:lastModifiedBy>Shreyansh Dwivedi</cp:lastModifiedBy>
  <cp:revision>2</cp:revision>
  <dcterms:created xsi:type="dcterms:W3CDTF">2026-04-23T05:11:50Z</dcterms:created>
  <dcterms:modified xsi:type="dcterms:W3CDTF">2026-04-23T05:25:17Z</dcterms:modified>
</cp:coreProperties>
</file>